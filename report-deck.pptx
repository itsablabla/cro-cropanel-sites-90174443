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C (75/100)  ·  10 findings  ·  6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guiding users through the plan selection and qualification process. This mechanism is bleeding value due to severe performance issues, where the "Largest Contentful Paint is 46.4 seconds on mobile," causing users to abandon before engaging, and further hampered by a confusing user journey where "multiple competing primary CTAs" create ambiguity about how to proceed.</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2.0–9.4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C0392B"/>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Slow Mobile LCP</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The page's main content takes an excessive 46.4 seconds to appear on mobile, causing most visitors to bounce.</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Mobile Layout Shifts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Significant layout shifts during mobile page load cause mis-taps and a frustrating user experience.</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Mobile Main Thread Blocked</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Excessive script execution freezes the main thread for 2,140 ms on mobile, making the page unresponsive during load.</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Heavy Third-Party Scripts</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homepage loads 65 scripts, which is the usual root cause of slow interaction readiness on mobile.</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Slow Blog LCP Mobile</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Measured in a lab load on /blogs/countrynomad/content-delivery-network-cdn: the page's main content takes this long to a</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Blog Mobile Layout Shifts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Measured in a lab load on /blogs/countrynomad/content-delivery-network-cdn: the layout jumps while loading, causing mis-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1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Slow Mobile LCP</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Largest Contentful Paint 46.4 s against a ‘good’ threshold of 2500ms. Lab data, not real-user field data — confirms the defect class"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page's main content takes this long to appear on a mid-range phone; most visitors have bounced long before.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Mobile Layout Shifts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Cumulative Layout Shift 0.73 against a ‘good’ threshold of 0.1. Lab data, not real-user field data — confirms the defect class, not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layout jumps while loading, causing mis-taps on the very buttons the funnel depends 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Mobile Main Thread Blocked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Total Blocking Time 2,140 ms against a ‘good’ threshold of 200ms. Lab data, not real-user field data — confirms the defect class, no"</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script work freezes the main thread, so taps and scrolls go dead during load.</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Heavy Third-Party Scripts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33 inline and 32 external &lt;script&gt; tags, 403 KB of HTML."</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loads 65 scripts, which is the usual root cause of slow interaction readiness on mobile.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Slow Blog LCP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Largest Contentful Paint 6.1 s against a ‘good’ threshold of 2500ms. Lab data, not real-user field data — confirms the defect class,"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on /blogs/countrynomad/content-delivery-network-cdn: the page's main content takes this long to appear on a mid-range phone; most visitors have bounced long before.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Slow Mobile LCP</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Generic Value Proposition</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Unclear One-Time Fees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Mobile Layout Shifts</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Mobile Main Thread Blocked</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Heavy Third-Party Scripts</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Slow Blog LCP Mobile</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Blog Mobile Layout Shifts</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Inconsistent Pricing Display</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Competing Primary CTAs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